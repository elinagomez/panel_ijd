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R3 2026 - Composicion del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3C3C3C"/>
                </a:solidFill>
                <a:latin typeface="Aptos"/>
              </a:rPr>
              <a:t>Resumen descriptivo del panel a partir de r3_20260309.csv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Aptos"/>
              </a:rPr>
              <a:t>- N total de casos: 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Aptos"/>
              </a:rPr>
              <a:t>- Segmentos presentes: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Aptos"/>
              </a:rPr>
              <a:t>- Graficos generados con ggplot2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Aptos"/>
              </a:rPr>
              <a:t>- Fecha de generacion: 2026-03-12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52120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  <a:latin typeface="Aptos"/>
              </a:rPr>
              <a:t>Contenido</a:t>
            </a:r>
            <a:br/>
            <a:r>
              <a:t>1. Segmentos</a:t>
            </a:r>
            <a:br/>
            <a:r>
              <a:t>2. Genero</a:t>
            </a:r>
            <a:br/>
            <a:r>
              <a:t>3. Edad</a:t>
            </a:r>
            <a:br/>
            <a:r>
              <a:t>4. Educacion</a:t>
            </a:r>
            <a:br/>
            <a:r>
              <a:t>5. Variables complementarias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4572000"/>
            <a:ext cx="5394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  <a:latin typeface="Aptos"/>
              </a:rPr>
              <a:t>Segmentos (n)</a:t>
            </a:r>
            <a:br/>
            <a:r>
              <a:t>Canelones: 38</a:t>
            </a:r>
            <a:br/>
            <a:r>
              <a:t>Interior Coalición: 34</a:t>
            </a:r>
            <a:br/>
            <a:r>
              <a:t>Interior Frente Amplio: 30</a:t>
            </a:r>
            <a:br/>
            <a:r>
              <a:t>Montevideo: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464"/>
                </a:solidFill>
                <a:latin typeface="Aptos"/>
              </a:rPr>
              <a:t>Fuente: /Users/simonherrera/Desktop/paneles/data/processed/matched/r3_20260309.csv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2C4E"/>
                </a:solidFill>
                <a:latin typeface="Aptos"/>
              </a:rPr>
              <a:t>1. Composicion por segmento</a:t>
            </a:r>
          </a:p>
        </p:txBody>
      </p:sp>
      <p:pic>
        <p:nvPicPr>
          <p:cNvPr id="3" name="Picture 2" descr="01_seg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67160" cy="61691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Fuente: /Users/simonherrera/Desktop/paneles/data/processed/matched/r3_20260309.csv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2C4E"/>
                </a:solidFill>
                <a:latin typeface="Aptos"/>
              </a:rPr>
              <a:t>2. Composicion por genero</a:t>
            </a:r>
          </a:p>
        </p:txBody>
      </p:sp>
      <p:pic>
        <p:nvPicPr>
          <p:cNvPr id="3" name="Picture 2" descr="02_gen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67160" cy="5422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Fuente: /Users/simonherrera/Desktop/paneles/data/processed/matched/r3_20260309.csv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2C4E"/>
                </a:solidFill>
                <a:latin typeface="Aptos"/>
              </a:rPr>
              <a:t>3. Composicion por edad</a:t>
            </a:r>
          </a:p>
        </p:txBody>
      </p:sp>
      <p:pic>
        <p:nvPicPr>
          <p:cNvPr id="3" name="Picture 2" descr="03_e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67160" cy="5422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Fuente: /Users/simonherrera/Desktop/paneles/data/processed/matched/r3_20260309.csv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2C4E"/>
                </a:solidFill>
                <a:latin typeface="Aptos"/>
              </a:rPr>
              <a:t>4. Composicion por nivel educativo</a:t>
            </a:r>
          </a:p>
        </p:txBody>
      </p:sp>
      <p:pic>
        <p:nvPicPr>
          <p:cNvPr id="3" name="Picture 2" descr="04_educ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67160" cy="5422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Fuente: /Users/simonherrera/Desktop/paneles/data/processed/matched/r3_20260309.csv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2C4E"/>
                </a:solidFill>
                <a:latin typeface="Aptos"/>
              </a:rPr>
              <a:t>5. Variables complementarias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tos"/>
              </a:rPr>
              <a:t>Departamento (top 10 + otros), voto y etiqueta</a:t>
            </a:r>
          </a:p>
        </p:txBody>
      </p:sp>
      <p:pic>
        <p:nvPicPr>
          <p:cNvPr id="4" name="Picture 3" descr="05_complementa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67160" cy="6169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Fuente: /Users/simonherrera/Desktop/paneles/data/processed/matched/r3_20260309.csv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